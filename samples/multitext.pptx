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游ゴシック"/>
              </a:rPr>
              <a:t>テスト: 游ゴシック</a:t>
            </a:r>
          </a:p>
          <a:p>
            <a:r>
              <a:rPr sz="1800" b="0">
                <a:solidFill>
                  <a:srgbClr val="333333"/>
                </a:solidFill>
                <a:latin typeface="MS ゴシック"/>
              </a:rPr>
              <a:t>テスト: MS ゴシック</a:t>
            </a:r>
          </a:p>
          <a:p>
            <a:r>
              <a:rPr sz="1600" b="0">
                <a:solidFill>
                  <a:srgbClr val="0000FF"/>
                </a:solidFill>
                <a:latin typeface="Arial"/>
              </a:rPr>
              <a:t>テスト: Arial</a:t>
            </a:r>
          </a:p>
          <a:p>
            <a:r>
              <a:rPr sz="1400" b="1">
                <a:solidFill>
                  <a:srgbClr val="FF0000"/>
                </a:solidFill>
                <a:latin typeface="Times New Roman"/>
              </a:rPr>
              <a:t>テスト: Times New Roman</a:t>
            </a:r>
          </a:p>
          <a:p>
            <a:r>
              <a:rPr sz="2000" b="0">
                <a:solidFill>
                  <a:srgbClr val="008000"/>
                </a:solidFill>
                <a:latin typeface="メイリオ"/>
              </a:rPr>
              <a:t>テスト: メイリオ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