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テストプレゼンテーション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0000"/>
                </a:solidFill>
                <a:latin typeface="游ゴシック"/>
              </a:rPr>
              <a:t>日本語テキスト</a:t>
            </a:r>
          </a:p>
          <a:p>
            <a:r>
              <a:rPr sz="1400">
                <a:latin typeface="Arial"/>
              </a:rPr>
              <a:t>English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0080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図形内テキスト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914400"/>
            <a:ext cx="1828800" cy="1828800"/>
          </a:xfrm>
          <a:prstGeom prst="ellipse">
            <a:avLst/>
          </a:prstGeom>
          <a:solidFill>
            <a:srgbClr val="FF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